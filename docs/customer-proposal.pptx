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DENTAL MATERIALS INVENTORY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一般歯科材料 在庫管理システム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2514600"/>
            <a:ext cx="4572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697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在庫の見える化から、発注準備、複数院の本部横断管理まで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歯科クリニック向け Web アプリケーション ご提案資料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/ ご提案版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こんな課題、ありませんか?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紙やExcelでの在庫管理に起きがちな現場の悩み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527048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5568" y="143560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何が足りないか把握しづらい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15568" y="174650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棚を見るまで分からない / 発注漏れが起きる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2148840"/>
            <a:ext cx="40233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35000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15568" y="225856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発注判断が担当者の記憶頼り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115568" y="256946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属人化で休みのときに止まる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2971800"/>
            <a:ext cx="40233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172968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15568" y="308152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在庫を変えた理由が残らない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115568" y="339242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誰が・いつ・なぜ動かしたか追えない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3794760"/>
            <a:ext cx="40233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995928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15568" y="390448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複数院の状況を一目で見たい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115568" y="421538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本部が各院を横断確認したい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4663440" y="960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本システムで解決できること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4663440" y="1325880"/>
            <a:ext cx="40233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4663440" y="1325880"/>
            <a:ext cx="73152" cy="777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1527048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376672" y="14356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在庫の見える化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5376672" y="174650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現在庫・最低在庫・不足を一覧で把握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4663440" y="2148840"/>
            <a:ext cx="40233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4663440" y="2148840"/>
            <a:ext cx="73152" cy="777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608" y="2350008"/>
            <a:ext cx="365760" cy="36576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376672" y="22585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発注準備の標準化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5376672" y="25694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不足→候補→下書き印刷→記録の一本道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4663440" y="2971800"/>
            <a:ext cx="40233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4663440" y="2971800"/>
            <a:ext cx="73152" cy="777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4608" y="3172968"/>
            <a:ext cx="365760" cy="36576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376672" y="30815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本部からの横断把握</a:t>
            </a:r>
            <a:endParaRPr lang="en-US" sz="1300" dirty="0"/>
          </a:p>
        </p:txBody>
      </p:sp>
      <p:sp>
        <p:nvSpPr>
          <p:cNvPr id="35" name="Text 26"/>
          <p:cNvSpPr/>
          <p:nvPr/>
        </p:nvSpPr>
        <p:spPr>
          <a:xfrm>
            <a:off x="5376672" y="33924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全院をダッシュボードで横並び確認</a:t>
            </a:r>
            <a:endParaRPr lang="en-US" sz="1100" dirty="0"/>
          </a:p>
        </p:txBody>
      </p:sp>
      <p:sp>
        <p:nvSpPr>
          <p:cNvPr id="36" name="Shape 27"/>
          <p:cNvSpPr/>
          <p:nvPr/>
        </p:nvSpPr>
        <p:spPr>
          <a:xfrm>
            <a:off x="4663440" y="3794760"/>
            <a:ext cx="40233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4663440" y="3794760"/>
            <a:ext cx="73152" cy="777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4608" y="3995928"/>
            <a:ext cx="365760" cy="36576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5376672" y="39044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発注ミスの防止</a:t>
            </a:r>
            <a:endParaRPr lang="en-US" sz="1300" dirty="0"/>
          </a:p>
        </p:txBody>
      </p:sp>
      <p:sp>
        <p:nvSpPr>
          <p:cNvPr id="40" name="Text 30"/>
          <p:cNvSpPr/>
          <p:nvPr/>
        </p:nvSpPr>
        <p:spPr>
          <a:xfrm>
            <a:off x="5376672" y="421538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重複発注防止、納品待ち可視化、平均納品日数表示</a:t>
            </a:r>
            <a:endParaRPr lang="en-US" sz="1100" dirty="0"/>
          </a:p>
        </p:txBody>
      </p:sp>
      <p:sp>
        <p:nvSpPr>
          <p:cNvPr id="41" name="Text 31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課題と解決アプローチ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現場の負担を軽くする、4つの仕掛け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毎日触る画面ほど、操作を少なく。判断材料はシステム側でそろえます。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690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40690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18488"/>
            <a:ext cx="640080" cy="64008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737360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6002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クイック出庫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508760" y="1984248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よく使う材料を ±1 で即記録。理由入力は不要、履歴は自動で残る。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709160" y="1325880"/>
            <a:ext cx="40690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1325880"/>
            <a:ext cx="40690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983480" y="1618488"/>
            <a:ext cx="640080" cy="64008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352" y="1737360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760720" y="16002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不足在庫の見える化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760720" y="1984248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最低在庫を下回った商品だけを一覧。A4縦で印刷もそのまま。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7200" y="3017520"/>
            <a:ext cx="40690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3017520"/>
            <a:ext cx="40690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31520" y="3310128"/>
            <a:ext cx="640080" cy="64008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429000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08760" y="32918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バーコード入出庫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508760" y="3675888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JANで商品を素早く特定。担当者バーコードで「誰が」を自動記録。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4709160" y="3017520"/>
            <a:ext cx="40690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09160" y="3017520"/>
            <a:ext cx="40690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983480" y="3310128"/>
            <a:ext cx="640080" cy="64008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2352" y="3429000"/>
            <a:ext cx="402336" cy="40233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760720" y="32918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推奨最低在庫(参考値)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5760720" y="3675888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直近90日の出庫実績 × 平均納品日数から自動算出。ABC分析も表示。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solidFill>
            <a:srgbClr val="ECFEFF"/>
          </a:solidFill>
          <a:ln w="6350">
            <a:solidFill>
              <a:srgbClr val="A5F3FC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48640" y="45445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「人が判断して、人が送る。システムは記録と見える化を担う」 — 安全側に倒した割り切り設計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457200" y="49834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現場の負担軽減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複数院を、本部から一画面で。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入口URLは共通、ログインはクリニック別。本部はADMINで横断確認。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960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6304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全院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828800" y="150876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FBF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在庫・不足・発注候補を一画面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496312"/>
            <a:ext cx="2651760" cy="960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587752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院別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828800" y="2633472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FBF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クリニックごとに詳細ドリルダウン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621024"/>
            <a:ext cx="2651760" cy="960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712464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CSV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828800" y="3758184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FBF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法人合計・院別の使用個数を期間出力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383280" y="1325880"/>
            <a:ext cx="53035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499616"/>
            <a:ext cx="365760" cy="365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069080" y="138988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本部ダッシュボード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069080" y="16916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院ごとの商品数、不足、在庫0、発注候補を一画面で横並び表示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383280" y="2093976"/>
            <a:ext cx="53035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267712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069080" y="215798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使用個数CSV出力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4069080" y="245973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期間指定で法人合計・院別の出庫数を抽出、分析へ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3383280" y="2862072"/>
            <a:ext cx="53035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3035808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069080" y="29260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ABC分析と異常出庫検知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4069080" y="32278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使用頻度ランクと、いつもより多い出庫を早期に把握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3383280" y="3630168"/>
            <a:ext cx="53035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3803904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069080" y="369417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朝のダイジェスト通知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4069080" y="399592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不足・納品待ち・長期在庫・異常出庫を毎朝メールで配信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3383280" y="4398264"/>
            <a:ext cx="53035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4572000"/>
            <a:ext cx="365760" cy="36576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069080" y="446227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管理者・監査ログ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4069080" y="476402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ユーザー管理と操作ログで、誰が何をしたか追跡可能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複数院の横断管理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導入の進め方と料金イメージ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よく使う商品から始めて、運用に合わせて整える進め方が現実的です。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558138" cy="73152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90472"/>
            <a:ext cx="15581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746504"/>
            <a:ext cx="1558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デモご確認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125066" y="1417320"/>
            <a:ext cx="1558138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25066" y="1490472"/>
            <a:ext cx="15581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25066" y="1746504"/>
            <a:ext cx="1558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商品マスタ準備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792931" y="1417320"/>
            <a:ext cx="1558138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92931" y="1490472"/>
            <a:ext cx="15581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92931" y="1746504"/>
            <a:ext cx="1558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一括取り込み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60797" y="1417320"/>
            <a:ext cx="1558138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60797" y="1490472"/>
            <a:ext cx="15581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60797" y="1746504"/>
            <a:ext cx="1558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試用開始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128662" y="1417320"/>
            <a:ext cx="1558138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28662" y="1490472"/>
            <a:ext cx="15581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28662" y="1746504"/>
            <a:ext cx="1558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本格運用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2514600"/>
            <a:ext cx="484632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514600"/>
            <a:ext cx="91440" cy="2148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697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料金イメージ (5院規模目安)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31363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初期導入費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60320" y="30815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20〜30万円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85800" y="35935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月額利用料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560320" y="3538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3〜5万円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85800" y="4069080"/>
            <a:ext cx="44805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14223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正式見積ではありません。データ量、写真保存、サポート範囲、SLA等で調整。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0" y="2514600"/>
            <a:ext cx="3200400" cy="2148840"/>
          </a:xfrm>
          <a:prstGeom prst="rect">
            <a:avLst/>
          </a:prstGeom>
          <a:solidFill>
            <a:srgbClr val="F0FDFA"/>
          </a:solidFill>
          <a:ln w="9525">
            <a:solidFill>
              <a:srgbClr val="5EEA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697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あえて、やらないこと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669280" y="310896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ディーラーへの自動発注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メール/FAX/LINEの自動送信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アプリ内での正式PDF生成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購入履歴からの在庫自動反映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導入と料金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一般歯科材料在庫管理システム ご提案資料</dc:title>
  <dc:subject>PptxGenJS Presentation</dc:subject>
  <dc:creator>dental-materials-inventory</dc:creator>
  <cp:lastModifiedBy>dental-materials-inventory</cp:lastModifiedBy>
  <cp:revision>1</cp:revision>
  <dcterms:created xsi:type="dcterms:W3CDTF">2026-05-27T09:47:00Z</dcterms:created>
  <dcterms:modified xsi:type="dcterms:W3CDTF">2026-05-27T09:47:00Z</dcterms:modified>
</cp:coreProperties>
</file>